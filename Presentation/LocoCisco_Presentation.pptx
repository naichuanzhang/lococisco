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0E8A8A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4663440"/>
            <a:ext cx="3474720" cy="3474720"/>
          </a:xfrm>
          <a:prstGeom prst="ellipse">
            <a:avLst/>
          </a:prstGeom>
          <a:solidFill>
            <a:srgbClr val="2F6FB0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CONVERSATION INTELLIGENCE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LocoCisco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74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intelligence that stays where you need it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room, captures what matters, and controls what leaves — on your own hardware.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029200"/>
            <a:ext cx="2743200" cy="0"/>
          </a:xfrm>
          <a:prstGeom prst="line">
            <a:avLst/>
          </a:prstGeom>
          <a:noFill/>
          <a:ln w="25400">
            <a:solidFill>
              <a:srgbClr val="0E8A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5166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· Role · Date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01368"/>
            <a:ext cx="914400" cy="91440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057400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0992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1226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title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24414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inference &amp; edge systems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26480" y="141732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1801368"/>
            <a:ext cx="914400" cy="91440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0574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43800" y="170992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543800" y="211226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title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543800" y="24414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— speech &amp; perception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42900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813048"/>
            <a:ext cx="914400" cy="914400"/>
          </a:xfrm>
          <a:prstGeom prst="ellipse">
            <a:avLst/>
          </a:prstGeom>
          <a:solidFill>
            <a:srgbClr val="6B52B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406908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965960" y="37216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965960" y="412394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title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965960" y="445312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deployment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126480" y="3429000"/>
            <a:ext cx="5257800" cy="1691640"/>
          </a:xfrm>
          <a:prstGeom prst="roundRect">
            <a:avLst>
              <a:gd name="adj" fmla="val 4865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46520" y="3813048"/>
            <a:ext cx="914400" cy="914400"/>
          </a:xfrm>
          <a:prstGeom prst="ellipse">
            <a:avLst/>
          </a:prstGeom>
          <a:solidFill>
            <a:srgbClr val="E0892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069080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43800" y="37216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7543800" y="4123944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title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543800" y="445312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privacy &amp; policy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line — background, prior shipped work, and domain expertise (edge AI · hospitality · public sector · security).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happens out loud — and it’s sensitive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29000" cy="3108960"/>
          </a:xfrm>
          <a:prstGeom prst="roundRect">
            <a:avLst>
              <a:gd name="adj" fmla="val 2647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60220" y="2011680"/>
            <a:ext cx="1005840" cy="1005840"/>
          </a:xfrm>
          <a:prstGeom prst="ellipse">
            <a:avLst/>
          </a:prstGeom>
          <a:solidFill>
            <a:srgbClr val="E089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1855" y="2293315"/>
            <a:ext cx="442570" cy="4425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Sensitive by default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947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payments, health, case files, evidence — cloud AI ships it off-site, where it can’t go.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43400" y="1645920"/>
            <a:ext cx="3429000" cy="3108960"/>
          </a:xfrm>
          <a:prstGeom prst="roundRect">
            <a:avLst>
              <a:gd name="adj" fmla="val 2647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54980" y="2011680"/>
            <a:ext cx="1005840" cy="100584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615" y="2293315"/>
            <a:ext cx="442570" cy="44257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20040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barriers everywhere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7947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Guests, residents and the public rarely speak one language; interpreters are slow and costly.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38160" y="1645920"/>
            <a:ext cx="3429000" cy="3108960"/>
          </a:xfrm>
          <a:prstGeom prst="roundRect">
            <a:avLst>
              <a:gd name="adj" fmla="val 2647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349740" y="2011680"/>
            <a:ext cx="1005840" cy="1005840"/>
          </a:xfrm>
          <a:prstGeom prst="ellipse">
            <a:avLst/>
          </a:prstGeom>
          <a:solidFill>
            <a:srgbClr val="6B52B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2293315"/>
            <a:ext cx="442570" cy="44257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12480" y="320040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gets captured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7947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promises and decisions live in people’s heads — no record, no follow-through.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Front-line staff handle this dozens of times a day — with tools that either leak the data or don’t understand the room.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LocoCisco understands the room — locally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without a wake word, understands multi-speaker conversation on local hardware, captures tasks and decisions, and controls exactly what leaves the room.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29000" cy="2834640"/>
          </a:xfrm>
          <a:prstGeom prst="roundRect">
            <a:avLst>
              <a:gd name="adj" fmla="val 2903"/>
            </a:avLst>
          </a:prstGeom>
          <a:solidFill>
            <a:srgbClr val="E6F2F2"/>
          </a:solidFill>
          <a:ln w="15875">
            <a:solidFill>
              <a:srgbClr val="0E8A8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514600"/>
            <a:ext cx="914400" cy="91440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7706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5661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&amp; private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23360"/>
            <a:ext cx="2788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on-site; nothing leaves unless a deterministic policy allows it. Works fully offline.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43400" y="2148840"/>
            <a:ext cx="3429000" cy="2834640"/>
          </a:xfrm>
          <a:prstGeom prst="roundRect">
            <a:avLst>
              <a:gd name="adj" fmla="val 2903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514600"/>
            <a:ext cx="914400" cy="91440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7706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35661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Multilingual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023360"/>
            <a:ext cx="2788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Transcribes and translates on-site, so staff and customers understand each other.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38160" y="2148840"/>
            <a:ext cx="3429000" cy="2834640"/>
          </a:xfrm>
          <a:prstGeom prst="roundRect">
            <a:avLst>
              <a:gd name="adj" fmla="val 2903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8200" y="2514600"/>
            <a:ext cx="914400" cy="914400"/>
          </a:xfrm>
          <a:prstGeom prst="ellipse">
            <a:avLst/>
          </a:prstGeom>
          <a:solidFill>
            <a:srgbClr val="6B52B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277063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58200" y="35661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Actionable record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4023360"/>
            <a:ext cx="2788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every interaction into attributed tasks, decisions and follow-ups.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2940" y="2286000"/>
            <a:ext cx="1874520" cy="1737360"/>
          </a:xfrm>
          <a:prstGeom prst="roundRect">
            <a:avLst>
              <a:gd name="adj" fmla="val 4737"/>
            </a:avLst>
          </a:prstGeom>
          <a:solidFill>
            <a:srgbClr val="F3F6FB"/>
          </a:solidFill>
          <a:ln w="15875">
            <a:solidFill>
              <a:srgbClr val="0E8A8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16152" y="2542032"/>
            <a:ext cx="768096" cy="768096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1219" y="2757099"/>
            <a:ext cx="337962" cy="3379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331012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54380" y="363931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camera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537460" y="228600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903220" y="2286000"/>
            <a:ext cx="1874520" cy="1737360"/>
          </a:xfrm>
          <a:prstGeom prst="roundRect">
            <a:avLst>
              <a:gd name="adj" fmla="val 4737"/>
            </a:avLst>
          </a:prstGeom>
          <a:solidFill>
            <a:srgbClr val="F3F6FB"/>
          </a:solidFill>
          <a:ln w="15875">
            <a:solidFill>
              <a:srgbClr val="2F6FB0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56432" y="2542032"/>
            <a:ext cx="768096" cy="768096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499" y="2757099"/>
            <a:ext cx="337962" cy="3379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03220" y="331012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994660" y="363931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+ who said what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777740" y="228600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143500" y="2286000"/>
            <a:ext cx="1874520" cy="1737360"/>
          </a:xfrm>
          <a:prstGeom prst="roundRect">
            <a:avLst>
              <a:gd name="adj" fmla="val 4737"/>
            </a:avLst>
          </a:prstGeom>
          <a:solidFill>
            <a:srgbClr val="F3F6FB"/>
          </a:solidFill>
          <a:ln w="15875">
            <a:solidFill>
              <a:srgbClr val="6B52B5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96712" y="2542032"/>
            <a:ext cx="768096" cy="768096"/>
          </a:xfrm>
          <a:prstGeom prst="ellipse">
            <a:avLst/>
          </a:prstGeom>
          <a:solidFill>
            <a:srgbClr val="6B52B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9" y="2757099"/>
            <a:ext cx="337962" cy="33796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43500" y="331012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234940" y="363931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7018020" y="228600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7383780" y="2286000"/>
            <a:ext cx="1874520" cy="1737360"/>
          </a:xfrm>
          <a:prstGeom prst="roundRect">
            <a:avLst>
              <a:gd name="adj" fmla="val 4737"/>
            </a:avLst>
          </a:prstGeom>
          <a:solidFill>
            <a:srgbClr val="F3F6FB"/>
          </a:solidFill>
          <a:ln w="15875">
            <a:solidFill>
              <a:srgbClr val="E0892B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36992" y="2542032"/>
            <a:ext cx="768096" cy="768096"/>
          </a:xfrm>
          <a:prstGeom prst="ellipse">
            <a:avLst/>
          </a:prstGeom>
          <a:solidFill>
            <a:srgbClr val="E0892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059" y="2757099"/>
            <a:ext cx="337962" cy="33796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83780" y="331012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gate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475220" y="363931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may leave</a:t>
            </a:r>
            <a:endParaRPr lang="en-US" sz="1150" dirty="0"/>
          </a:p>
        </p:txBody>
      </p:sp>
      <p:sp>
        <p:nvSpPr>
          <p:cNvPr id="27" name="Text 21"/>
          <p:cNvSpPr txBox="1"/>
          <p:nvPr/>
        </p:nvSpPr>
        <p:spPr>
          <a:xfrm>
            <a:off x="9258300" y="2286000"/>
            <a:ext cx="365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9624060" y="2286000"/>
            <a:ext cx="1874520" cy="1737360"/>
          </a:xfrm>
          <a:prstGeom prst="roundRect">
            <a:avLst>
              <a:gd name="adj" fmla="val 4737"/>
            </a:avLst>
          </a:prstGeom>
          <a:solidFill>
            <a:srgbClr val="F3F6FB"/>
          </a:solidFill>
          <a:ln w="15875">
            <a:solidFill>
              <a:srgbClr val="0B6E6E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177272" y="2542032"/>
            <a:ext cx="768096" cy="768096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339" y="2757099"/>
            <a:ext cx="337962" cy="33796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624060" y="3310128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&amp; record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9715500" y="363931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· devices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548640" y="475488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1182F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868680" y="48920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policy gate runs before anything is posted or any device acts — no cloud round-trip for the content or the translation. Captions, decisions and recording keep working with no internet.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MARKET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&amp; government location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822960" cy="82296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9" y="2196389"/>
            <a:ext cx="362102" cy="3621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2024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Hotels &amp; hospitality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44144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desk, concierge, guest services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1965960"/>
            <a:ext cx="822960" cy="82296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49" y="2196389"/>
            <a:ext cx="362102" cy="3621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92024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Restaurants &amp; food service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577840" y="244144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Orders, allergies, shift handoffs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0" y="1965960"/>
            <a:ext cx="822960" cy="822960"/>
          </a:xfrm>
          <a:prstGeom prst="ellipse">
            <a:avLst/>
          </a:prstGeom>
          <a:solidFill>
            <a:srgbClr val="6B52B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196389"/>
            <a:ext cx="362102" cy="3621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72600" y="192024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service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9372600" y="244144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clinics, retail, utilities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2446020" y="347472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720340" y="3840480"/>
            <a:ext cx="822960" cy="822960"/>
          </a:xfrm>
          <a:prstGeom prst="ellipse">
            <a:avLst/>
          </a:prstGeom>
          <a:solidFill>
            <a:srgbClr val="0B6E6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0769" y="4070909"/>
            <a:ext cx="362102" cy="3621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680460" y="37947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services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680460" y="43159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Permitting, benefits, city hall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240780" y="347472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515100" y="3840480"/>
            <a:ext cx="822960" cy="822960"/>
          </a:xfrm>
          <a:prstGeom prst="ellipse">
            <a:avLst/>
          </a:prstGeom>
          <a:solidFill>
            <a:srgbClr val="E0892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529" y="4070909"/>
            <a:ext cx="362102" cy="3621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75220" y="37947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Police &amp; field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475220" y="431596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interviews, in-vehicle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term — wherever people serve people and the conversation is sensitive: serve them in their language, keep content on-site, never lose the follow-up.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023360" cy="4023360"/>
          </a:xfrm>
          <a:prstGeom prst="ellipse">
            <a:avLst/>
          </a:prstGeom>
          <a:solidFill>
            <a:srgbClr val="0E8A8A">
              <a:alpha val="16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LONG-TERM VISION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home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local AI, scaled down to the household — smart homes and agents that understand you without streaming your private audio to big-tech clouds.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1B2547"/>
          </a:solidFill>
          <a:ln/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3474720"/>
            <a:ext cx="822960" cy="82296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109" y="3705149"/>
            <a:ext cx="362102" cy="3621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43434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homes &amp; agents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7548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assistants and home agents that listen and act — on a local box, not a cloud mic.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315468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1B2547"/>
          </a:solidFill>
          <a:ln/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3474720"/>
            <a:ext cx="822960" cy="822960"/>
          </a:xfrm>
          <a:prstGeom prst="ellipse">
            <a:avLst/>
          </a:prstGeom>
          <a:solidFill>
            <a:srgbClr val="E0892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3705149"/>
            <a:ext cx="362102" cy="3621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63440" y="43434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by default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47548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and video stay in the home; nothing goes to big tech unless you allow it.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8160" y="315468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1B2547"/>
          </a:solidFill>
          <a:ln/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3474720"/>
            <a:ext cx="822960" cy="82296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629" y="3705149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58200" y="43434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model, household scale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47548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edge-server + client architecture, shrunk to a single home.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</a:t>
            </a:r>
            <a:pPr algn="ctr" indent="0" marL="0">
              <a:buNone/>
            </a:pPr>
            <a:r>
              <a:rPr lang="en-US" sz="15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business &amp; government location</a:t>
            </a:r>
            <a:pPr algn="ctr" indent="0" marL="0">
              <a:buNone/>
            </a:pPr>
            <a:r>
              <a:rPr lang="en-US" sz="15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→       </a:t>
            </a:r>
            <a:pPr algn="ctr" indent="0" marL="0">
              <a:buNone/>
            </a:pPr>
            <a:r>
              <a:rPr lang="en-US" sz="15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home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edge server, many IoT clients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flipH="1" flipV="1">
            <a:off x="2103120" y="1737360"/>
            <a:ext cx="3977640" cy="1897380"/>
          </a:xfrm>
          <a:prstGeom prst="line">
            <a:avLst/>
          </a:prstGeom>
          <a:noFill/>
          <a:ln w="25400">
            <a:solidFill>
              <a:srgbClr val="CFE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 flipV="1">
            <a:off x="6080760" y="1737360"/>
            <a:ext cx="4023360" cy="1897380"/>
          </a:xfrm>
          <a:prstGeom prst="line">
            <a:avLst/>
          </a:prstGeom>
          <a:noFill/>
          <a:ln w="25400">
            <a:solidFill>
              <a:srgbClr val="CFE0F2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 flipV="1">
            <a:off x="1828800" y="3566160"/>
            <a:ext cx="4251960" cy="68580"/>
          </a:xfrm>
          <a:prstGeom prst="line">
            <a:avLst/>
          </a:prstGeom>
          <a:noFill/>
          <a:ln w="25400">
            <a:solidFill>
              <a:srgbClr val="CFE0F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6080760" y="3566160"/>
            <a:ext cx="4251960" cy="68580"/>
          </a:xfrm>
          <a:prstGeom prst="line">
            <a:avLst/>
          </a:prstGeom>
          <a:noFill/>
          <a:ln w="25400">
            <a:solidFill>
              <a:srgbClr val="CFE0F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080760" y="3634740"/>
            <a:ext cx="0" cy="1943100"/>
          </a:xfrm>
          <a:prstGeom prst="line">
            <a:avLst/>
          </a:prstGeom>
          <a:noFill/>
          <a:ln w="25400">
            <a:solidFill>
              <a:srgbClr val="CFE0F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526280" y="3017520"/>
            <a:ext cx="3108960" cy="1234440"/>
          </a:xfrm>
          <a:prstGeom prst="roundRect">
            <a:avLst>
              <a:gd name="adj" fmla="val 6667"/>
            </a:avLst>
          </a:prstGeom>
          <a:solidFill>
            <a:srgbClr val="11182F"/>
          </a:solidFill>
          <a:ln/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15000" y="3145536"/>
            <a:ext cx="566928" cy="566928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3740" y="3304276"/>
            <a:ext cx="249448" cy="2494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26280" y="36758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server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96849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· policy · egress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31520" y="1371600"/>
            <a:ext cx="274320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9050">
            <a:solidFill>
              <a:srgbClr val="0E8A8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1636776"/>
            <a:ext cx="201168" cy="201168"/>
          </a:xfrm>
          <a:prstGeom prst="ellipse">
            <a:avLst/>
          </a:prstGeom>
          <a:solidFill>
            <a:srgbClr val="0E8A8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07008" y="1371600"/>
            <a:ext cx="21762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rooms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686800" y="1371600"/>
            <a:ext cx="28346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887968" y="1636776"/>
            <a:ext cx="201168" cy="201168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162288" y="1371600"/>
            <a:ext cx="2267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 / concierge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200400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9050">
            <a:solidFill>
              <a:srgbClr val="6B52B5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49808" y="3465576"/>
            <a:ext cx="201168" cy="201168"/>
          </a:xfrm>
          <a:prstGeom prst="ellipse">
            <a:avLst/>
          </a:prstGeom>
          <a:solidFill>
            <a:srgbClr val="6B52B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24128" y="32004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windows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052560" y="3200400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9050">
            <a:solidFill>
              <a:srgbClr val="0B6E6E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53728" y="3465576"/>
            <a:ext cx="201168" cy="201168"/>
          </a:xfrm>
          <a:prstGeom prst="ellipse">
            <a:avLst/>
          </a:prstGeom>
          <a:solidFill>
            <a:srgbClr val="0B6E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8048" y="32004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rooms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5212080"/>
            <a:ext cx="30175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9050">
            <a:solidFill>
              <a:srgbClr val="E0892B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73168" y="5477256"/>
            <a:ext cx="201168" cy="201168"/>
          </a:xfrm>
          <a:prstGeom prst="ellipse">
            <a:avLst/>
          </a:prstGeom>
          <a:solidFill>
            <a:srgbClr val="E0892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47488" y="5212080"/>
            <a:ext cx="2450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MDT / kiosks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models run on the GB10-class edge server — one per site. Thin IoT clients just capture and present; adding a location is adding a client, not another AI deployment.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on edge or cloud — your call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E6F2F2"/>
          </a:solidFill>
          <a:ln w="19050">
            <a:solidFill>
              <a:srgbClr val="0E8A8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20240"/>
            <a:ext cx="914400" cy="91440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1762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938528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4231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confidentiality is critical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15468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stays on-site — nothing leaves by default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offline; immediate, local latency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government, health &amp; financial data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26480" y="1554480"/>
            <a:ext cx="5257800" cy="3246120"/>
          </a:xfrm>
          <a:prstGeom prst="roundRect">
            <a:avLst>
              <a:gd name="adj" fmla="val 2535"/>
            </a:avLst>
          </a:prstGeom>
          <a:solidFill>
            <a:srgbClr val="E7F0FA"/>
          </a:solidFill>
          <a:ln w="19050">
            <a:solidFill>
              <a:srgbClr val="2F6FB0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920240"/>
            <a:ext cx="914400" cy="914400"/>
          </a:xfrm>
          <a:prstGeom prst="ellipse">
            <a:avLst/>
          </a:prstGeom>
          <a:solidFill>
            <a:srgbClr val="2F6FB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17627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43800" y="1938528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543800" y="24231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 for clients to use &amp; manage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315468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locally; central updates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onboarding, scales by provisioning an account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2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where content is less sensitive, connectivity reliable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507492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1182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68680" y="516636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product, your placement.  </a:t>
            </a:r>
            <a:pPr indent="0" marL="0">
              <a:buNone/>
            </a:pPr>
            <a:r>
              <a:rPr lang="en-US" sz="145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configuration, not a rebuild — and hybrid (edge capture + cloud management) is the usual answer for multi-site customers.</a:t>
            </a:r>
            <a:endParaRPr lang="en-US" sz="1450" dirty="0"/>
          </a:p>
        </p:txBody>
      </p:sp>
      <p:sp>
        <p:nvSpPr>
          <p:cNvPr id="18" name="Text 1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&amp; next step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05840" y="2148840"/>
            <a:ext cx="8641080" cy="0"/>
          </a:xfrm>
          <a:prstGeom prst="line">
            <a:avLst/>
          </a:prstGeom>
          <a:noFill/>
          <a:ln w="25400">
            <a:solidFill>
              <a:srgbClr val="CFE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822960" cy="822960"/>
          </a:xfrm>
          <a:prstGeom prst="ellipse">
            <a:avLst/>
          </a:prstGeom>
          <a:solidFill>
            <a:srgbClr val="0E8A8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2606040" cy="1143000"/>
          </a:xfrm>
          <a:prstGeom prst="roundRect">
            <a:avLst>
              <a:gd name="adj" fmla="val 7200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9260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pipeline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375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meeting build, on real hardware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11880" y="1737360"/>
            <a:ext cx="822960" cy="822960"/>
          </a:xfrm>
          <a:prstGeom prst="ellipse">
            <a:avLst/>
          </a:prstGeom>
          <a:solidFill>
            <a:srgbClr val="2F6F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3429000" y="2788920"/>
            <a:ext cx="2606040" cy="1143000"/>
          </a:xfrm>
          <a:prstGeom prst="roundRect">
            <a:avLst>
              <a:gd name="adj" fmla="val 7200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29260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profiles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3375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Per-vertical prompts &amp; policies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rgbClr val="6B52B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309360" y="2788920"/>
            <a:ext cx="2606040" cy="1143000"/>
          </a:xfrm>
          <a:prstGeom prst="roundRect">
            <a:avLst>
              <a:gd name="adj" fmla="val 7200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37960" y="29260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52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/ vehicle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3375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Ruggedized offline edge nodes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72600" y="1737360"/>
            <a:ext cx="822960" cy="822960"/>
          </a:xfrm>
          <a:prstGeom prst="ellipse">
            <a:avLst/>
          </a:prstGeom>
          <a:solidFill>
            <a:srgbClr val="E08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7260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189720" y="2788920"/>
            <a:ext cx="2606040" cy="1143000"/>
          </a:xfrm>
          <a:prstGeom prst="roundRect">
            <a:avLst>
              <a:gd name="adj" fmla="val 7200"/>
            </a:avLst>
          </a:prstGeom>
          <a:solidFill>
            <a:srgbClr val="F3F6FB"/>
          </a:solidFill>
          <a:ln w="12700">
            <a:solidFill>
              <a:srgbClr val="D7E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0" y="29260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Multi-site hybrid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33375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management &amp; reporting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262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1182F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4892040"/>
            <a:ext cx="685800" cy="68580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5084064"/>
            <a:ext cx="301752" cy="30175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828800" y="4663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828800" y="498348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pilot site and one vertical — we stand up one edge server and a handful of clients, and measure on real hardware before scaling.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023360"/>
            <a:ext cx="4754880" cy="4754880"/>
          </a:xfrm>
          <a:prstGeom prst="ellipse">
            <a:avLst/>
          </a:prstGeom>
          <a:solidFill>
            <a:srgbClr val="0E8A8A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188720"/>
            <a:ext cx="1097280" cy="1097280"/>
          </a:xfrm>
          <a:prstGeom prst="ellipse">
            <a:avLst/>
          </a:prstGeom>
          <a:solidFill>
            <a:srgbClr val="0E8A8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49595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4688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talk — pilot LocoCisco at your site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rgbClr val="1B254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64845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contact — Name · Title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87368"/>
            <a:ext cx="457200" cy="457200"/>
          </a:xfrm>
          <a:prstGeom prst="ellipse">
            <a:avLst/>
          </a:prstGeom>
          <a:solidFill>
            <a:srgbClr val="1B254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15384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40873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email@company.com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4654296"/>
            <a:ext cx="457200" cy="457200"/>
          </a:xfrm>
          <a:prstGeom prst="ellipse">
            <a:avLst/>
          </a:prstGeom>
          <a:solidFill>
            <a:srgbClr val="1B2547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782312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46542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(000) 000-0000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5221224"/>
            <a:ext cx="457200" cy="457200"/>
          </a:xfrm>
          <a:prstGeom prst="ellipse">
            <a:avLst/>
          </a:prstGeom>
          <a:solidFill>
            <a:srgbClr val="1B2547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534924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34440" y="522122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company.com · Team / location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5879592"/>
            <a:ext cx="2743200" cy="0"/>
          </a:xfrm>
          <a:prstGeom prst="line">
            <a:avLst/>
          </a:prstGeom>
          <a:noFill/>
          <a:ln w="25400">
            <a:solidFill>
              <a:srgbClr val="0E8A8A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548640" y="601675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when confidentiality is critical. Cloud when ease of use wins.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LocoCisco</dc:title>
  <dc:subject>PptxGenJS Presentation</dc:subject>
  <dc:creator>LocoCisco</dc:creator>
  <cp:lastModifiedBy>LocoCisco</cp:lastModifiedBy>
  <cp:revision>1</cp:revision>
  <dcterms:created xsi:type="dcterms:W3CDTF">2026-10-25T21:42:18Z</dcterms:created>
  <dcterms:modified xsi:type="dcterms:W3CDTF">2026-10-25T21:42:18Z</dcterms:modified>
</cp:coreProperties>
</file>