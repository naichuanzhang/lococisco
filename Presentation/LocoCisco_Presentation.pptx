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0E8A8A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663440"/>
            <a:ext cx="3474720" cy="3474720"/>
          </a:xfrm>
          <a:prstGeom prst="ellipse">
            <a:avLst/>
          </a:prstGeom>
          <a:solidFill>
            <a:srgbClr val="2F6FB0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920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AI VOICE SYSTEM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LocoCisco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74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that runs entirely on your own hardware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605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speech, turns it into action, and controls what leaves — nothing is sent to the cloud.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5029200"/>
            <a:ext cx="2743200" cy="0"/>
          </a:xfrm>
          <a:prstGeom prst="line">
            <a:avLst/>
          </a:prstGeom>
          <a:noFill/>
          <a:ln w="25400">
            <a:solidFill>
              <a:srgbClr val="0E8A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5166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· Role · Date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01368"/>
            <a:ext cx="914400" cy="914400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057400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0992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211226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title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965960" y="244144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inference &amp; edge systems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141732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1801368"/>
            <a:ext cx="914400" cy="914400"/>
          </a:xfrm>
          <a:prstGeom prst="ellipse">
            <a:avLst/>
          </a:prstGeom>
          <a:solidFill>
            <a:srgbClr val="2F6FB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2057400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43800" y="170992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7543800" y="211226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title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543800" y="244144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— speech &amp; perception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42900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3813048"/>
            <a:ext cx="914400" cy="914400"/>
          </a:xfrm>
          <a:prstGeom prst="ellipse">
            <a:avLst/>
          </a:prstGeom>
          <a:solidFill>
            <a:srgbClr val="6B52B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4069080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965960" y="372160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1965960" y="412394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title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965960" y="445312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deployment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126480" y="3429000"/>
            <a:ext cx="5257800" cy="1691640"/>
          </a:xfrm>
          <a:prstGeom prst="roundRect">
            <a:avLst>
              <a:gd name="adj" fmla="val 4865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46520" y="3813048"/>
            <a:ext cx="914400" cy="914400"/>
          </a:xfrm>
          <a:prstGeom prst="ellipse">
            <a:avLst/>
          </a:prstGeom>
          <a:solidFill>
            <a:srgbClr val="E0892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4069080"/>
            <a:ext cx="402336" cy="40233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43800" y="3721608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7543800" y="4123944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/ title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7543800" y="4453128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privacy &amp; policy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line — background, prior shipped work, and domain expertise (edge AI · hospitality · public sector · security).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8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is everywhere — today’s AI sends it away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29000" cy="3108960"/>
          </a:xfrm>
          <a:prstGeom prst="roundRect">
            <a:avLst>
              <a:gd name="adj" fmla="val 2647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60220" y="2011680"/>
            <a:ext cx="1005840" cy="1005840"/>
          </a:xfrm>
          <a:prstGeom prst="ellipse">
            <a:avLst/>
          </a:prstGeom>
          <a:solidFill>
            <a:srgbClr val="E0892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1855" y="2293315"/>
            <a:ext cx="442570" cy="4425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2004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audio leaves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947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voice AI ships sensitive speech off-site — names, payments, health, case files, evidence — where it can’t go.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43400" y="1645920"/>
            <a:ext cx="3429000" cy="3108960"/>
          </a:xfrm>
          <a:prstGeom prst="roundRect">
            <a:avLst>
              <a:gd name="adj" fmla="val 2647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54980" y="2011680"/>
            <a:ext cx="1005840" cy="1005840"/>
          </a:xfrm>
          <a:prstGeom prst="ellipse">
            <a:avLst/>
          </a:prstGeom>
          <a:solidFill>
            <a:srgbClr val="2F6FB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6615" y="2293315"/>
            <a:ext cx="442570" cy="44257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2004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Cloud-bound and slow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7947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round-trip on every request; it stalls or fails when connectivity is weak or gone.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38160" y="1645920"/>
            <a:ext cx="3429000" cy="3108960"/>
          </a:xfrm>
          <a:prstGeom prst="roundRect">
            <a:avLst>
              <a:gd name="adj" fmla="val 2647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49740" y="2011680"/>
            <a:ext cx="1005840" cy="1005840"/>
          </a:xfrm>
          <a:prstGeom prst="ellipse">
            <a:avLst/>
          </a:prstGeom>
          <a:solidFill>
            <a:srgbClr val="6B52B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375" y="2293315"/>
            <a:ext cx="442570" cy="44257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12480" y="320040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Speech is lost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412480" y="379476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said — requests, decisions, commands — rarely turns into action or a record.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talk all day. The understanding should stay with them — private, instant, and captured — not shipped to someone else’s cloud.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local AI voice system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LocoCisco listens, understands who said what, and turns speech into action — all on your own hardware, with nothing sent to the cloud.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E6F2F2"/>
          </a:solidFill>
          <a:ln w="15875">
            <a:solidFill>
              <a:srgbClr val="0E8A8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23160"/>
            <a:ext cx="914400" cy="914400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67919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" y="34290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 &amp; private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88620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on-site; nothing leaves unless a deterministic policy allows it. Works fully offline.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43400" y="205740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423160"/>
            <a:ext cx="914400" cy="914400"/>
          </a:xfrm>
          <a:prstGeom prst="ellipse">
            <a:avLst/>
          </a:prstGeom>
          <a:solidFill>
            <a:srgbClr val="2F6FB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67919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3440" y="34290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voice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388620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Wake-word-free speech recognition and speaker attribution, understood the instant people talk.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138160" y="2057400"/>
            <a:ext cx="3429000" cy="2743200"/>
          </a:xfrm>
          <a:prstGeom prst="roundRect">
            <a:avLst>
              <a:gd name="adj" fmla="val 3000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58200" y="2423160"/>
            <a:ext cx="914400" cy="914400"/>
          </a:xfrm>
          <a:prstGeom prst="ellipse">
            <a:avLst/>
          </a:prstGeom>
          <a:solidFill>
            <a:srgbClr val="6B52B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267919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58200" y="34290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into action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458200" y="3886200"/>
            <a:ext cx="2788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speech into tasks, decisions, commands and records — not just a transcript.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system, many jobs:  </a:t>
            </a:r>
            <a:pPr algn="ctr" indent="0" marL="0">
              <a:buNone/>
            </a:pPr>
            <a:r>
              <a:rPr lang="en-US" sz="14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captions · meeting notes &amp; tasks · voice commands · translation · agent actions.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62940" y="2286000"/>
            <a:ext cx="1874520" cy="1737360"/>
          </a:xfrm>
          <a:prstGeom prst="roundRect">
            <a:avLst>
              <a:gd name="adj" fmla="val 4737"/>
            </a:avLst>
          </a:prstGeom>
          <a:solidFill>
            <a:srgbClr val="F3F6FB"/>
          </a:solidFill>
          <a:ln w="15875">
            <a:solidFill>
              <a:srgbClr val="0E8A8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16152" y="2542032"/>
            <a:ext cx="768096" cy="768096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219" y="2757099"/>
            <a:ext cx="337962" cy="3379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62940" y="331012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54380" y="36393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+ camera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2537460" y="2286000"/>
            <a:ext cx="365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903220" y="2286000"/>
            <a:ext cx="1874520" cy="1737360"/>
          </a:xfrm>
          <a:prstGeom prst="roundRect">
            <a:avLst>
              <a:gd name="adj" fmla="val 4737"/>
            </a:avLst>
          </a:prstGeom>
          <a:solidFill>
            <a:srgbClr val="F3F6FB"/>
          </a:solidFill>
          <a:ln w="15875">
            <a:solidFill>
              <a:srgbClr val="2F6FB0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56432" y="2542032"/>
            <a:ext cx="768096" cy="768096"/>
          </a:xfrm>
          <a:prstGeom prst="ellipse">
            <a:avLst/>
          </a:prstGeom>
          <a:solidFill>
            <a:srgbClr val="2F6FB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499" y="2757099"/>
            <a:ext cx="337962" cy="33796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03220" y="331012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2994660" y="36393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+ who said what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4777740" y="2286000"/>
            <a:ext cx="365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143500" y="2286000"/>
            <a:ext cx="1874520" cy="1737360"/>
          </a:xfrm>
          <a:prstGeom prst="roundRect">
            <a:avLst>
              <a:gd name="adj" fmla="val 4737"/>
            </a:avLst>
          </a:prstGeom>
          <a:solidFill>
            <a:srgbClr val="F3F6FB"/>
          </a:solidFill>
          <a:ln w="15875">
            <a:solidFill>
              <a:srgbClr val="6B52B5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96712" y="2542032"/>
            <a:ext cx="768096" cy="768096"/>
          </a:xfrm>
          <a:prstGeom prst="ellipse">
            <a:avLst/>
          </a:prstGeom>
          <a:solidFill>
            <a:srgbClr val="6B52B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779" y="2757099"/>
            <a:ext cx="337962" cy="33796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43500" y="331012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234940" y="36393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models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7018020" y="2286000"/>
            <a:ext cx="365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7383780" y="2286000"/>
            <a:ext cx="1874520" cy="1737360"/>
          </a:xfrm>
          <a:prstGeom prst="roundRect">
            <a:avLst>
              <a:gd name="adj" fmla="val 4737"/>
            </a:avLst>
          </a:prstGeom>
          <a:solidFill>
            <a:srgbClr val="F3F6FB"/>
          </a:solidFill>
          <a:ln w="15875">
            <a:solidFill>
              <a:srgbClr val="E0892B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36992" y="2542032"/>
            <a:ext cx="768096" cy="768096"/>
          </a:xfrm>
          <a:prstGeom prst="ellipse">
            <a:avLst/>
          </a:prstGeom>
          <a:solidFill>
            <a:srgbClr val="E0892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059" y="2757099"/>
            <a:ext cx="337962" cy="33796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383780" y="331012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gate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7475220" y="36393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may leave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9258300" y="2286000"/>
            <a:ext cx="3657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9624060" y="2286000"/>
            <a:ext cx="1874520" cy="1737360"/>
          </a:xfrm>
          <a:prstGeom prst="roundRect">
            <a:avLst>
              <a:gd name="adj" fmla="val 4737"/>
            </a:avLst>
          </a:prstGeom>
          <a:solidFill>
            <a:srgbClr val="F3F6FB"/>
          </a:solidFill>
          <a:ln w="15875">
            <a:solidFill>
              <a:srgbClr val="0B6E6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177272" y="2542032"/>
            <a:ext cx="768096" cy="768096"/>
          </a:xfrm>
          <a:prstGeom prst="ellipse">
            <a:avLst/>
          </a:prstGeom>
          <a:solidFill>
            <a:srgbClr val="0B6E6E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2339" y="2757099"/>
            <a:ext cx="337962" cy="33796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624060" y="331012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 &amp; record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9715500" y="363931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· devices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548640" y="475488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11182F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policy gate runs before anything is posted or any device acts — no cloud round-trip for any inference. Everything — captions, decisions, actions — keeps working with no internet.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MARKET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business &amp; government location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822960" cy="822960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389" y="2196389"/>
            <a:ext cx="362102" cy="3621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920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Hotels &amp; hospitality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44144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desk, concierge, guest services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1965960"/>
            <a:ext cx="822960" cy="822960"/>
          </a:xfrm>
          <a:prstGeom prst="ellipse">
            <a:avLst/>
          </a:prstGeom>
          <a:solidFill>
            <a:srgbClr val="2F6FB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149" y="219638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7840" y="1920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Restaurants &amp; food service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577840" y="244144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allergies, shift handoffs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60020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1965960"/>
            <a:ext cx="822960" cy="822960"/>
          </a:xfrm>
          <a:prstGeom prst="ellipse">
            <a:avLst/>
          </a:prstGeom>
          <a:solidFill>
            <a:srgbClr val="6B52B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909" y="219638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372600" y="19202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service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9372600" y="244144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Banks, clinics, retail, utilities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2446020" y="347472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20340" y="3840480"/>
            <a:ext cx="822960" cy="822960"/>
          </a:xfrm>
          <a:prstGeom prst="ellipse">
            <a:avLst/>
          </a:prstGeom>
          <a:solidFill>
            <a:srgbClr val="0B6E6E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0769" y="4070909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680460" y="3794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services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3680460" y="43159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Permitting, benefits, city hall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240780" y="3474720"/>
            <a:ext cx="3429000" cy="1554480"/>
          </a:xfrm>
          <a:prstGeom prst="roundRect">
            <a:avLst>
              <a:gd name="adj" fmla="val 5294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15100" y="3840480"/>
            <a:ext cx="822960" cy="822960"/>
          </a:xfrm>
          <a:prstGeom prst="ellipse">
            <a:avLst/>
          </a:prstGeom>
          <a:solidFill>
            <a:srgbClr val="E0892B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5529" y="4070909"/>
            <a:ext cx="362102" cy="3621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475220" y="3794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Police &amp; field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7475220" y="43159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Intake, interviews, in-vehicle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term — wherever people talk and decisions happen: understand every interaction, act on it, and keep it on-site.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023360" cy="4023360"/>
          </a:xfrm>
          <a:prstGeom prst="ellipse">
            <a:avLst/>
          </a:prstGeom>
          <a:solidFill>
            <a:srgbClr val="0E8A8A">
              <a:alpha val="16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LONG-TERM VISION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every home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local AI, scaled down to the household — smart homes and agents that understand you without streaming your private audio to big-tech clouds.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15468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1B2547"/>
          </a:solidFill>
          <a:ln/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3474720"/>
            <a:ext cx="822960" cy="822960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109" y="3705149"/>
            <a:ext cx="362102" cy="3621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4343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homes &amp; agents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7548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 and home agents that listen and act — on a local box, not a cloud mic.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43400" y="315468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1B2547"/>
          </a:solidFill>
          <a:ln/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3474720"/>
            <a:ext cx="822960" cy="822960"/>
          </a:xfrm>
          <a:prstGeom prst="ellipse">
            <a:avLst/>
          </a:prstGeom>
          <a:solidFill>
            <a:srgbClr val="E0892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869" y="3705149"/>
            <a:ext cx="362102" cy="3621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63440" y="4343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by default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63440" y="47548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and video stay in the home; nothing goes to big tech unless you allow it.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38160" y="3154680"/>
            <a:ext cx="3429000" cy="2148840"/>
          </a:xfrm>
          <a:prstGeom prst="roundRect">
            <a:avLst>
              <a:gd name="adj" fmla="val 3830"/>
            </a:avLst>
          </a:prstGeom>
          <a:solidFill>
            <a:srgbClr val="1B2547"/>
          </a:solidFill>
          <a:ln/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58200" y="3474720"/>
            <a:ext cx="822960" cy="822960"/>
          </a:xfrm>
          <a:prstGeom prst="ellipse">
            <a:avLst/>
          </a:prstGeom>
          <a:solidFill>
            <a:srgbClr val="2F6FB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8629" y="3705149"/>
            <a:ext cx="362102" cy="3621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58200" y="434340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model, household scale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458200" y="475488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9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edge-server + client architecture, shrunk to a single home.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 </a:t>
            </a:r>
            <a:pPr algn="ctr" indent="0" marL="0">
              <a:buNone/>
            </a:pPr>
            <a:r>
              <a:rPr lang="en-US" sz="15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&amp; government location</a:t>
            </a:r>
            <a:pPr algn="ctr" indent="0" marL="0">
              <a:buNone/>
            </a:pPr>
            <a:r>
              <a:rPr lang="en-US" sz="15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→       </a:t>
            </a:r>
            <a:pPr algn="ctr" indent="0" marL="0">
              <a:buNone/>
            </a:pPr>
            <a:r>
              <a:rPr lang="en-US" sz="15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 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home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edge server, many IoT clients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flipH="1" flipV="1">
            <a:off x="2103120" y="1737360"/>
            <a:ext cx="3977640" cy="1897380"/>
          </a:xfrm>
          <a:prstGeom prst="line">
            <a:avLst/>
          </a:prstGeom>
          <a:noFill/>
          <a:ln w="25400">
            <a:solidFill>
              <a:srgbClr val="CFE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 flipV="1">
            <a:off x="6080760" y="1737360"/>
            <a:ext cx="4023360" cy="1897380"/>
          </a:xfrm>
          <a:prstGeom prst="line">
            <a:avLst/>
          </a:prstGeom>
          <a:noFill/>
          <a:ln w="25400">
            <a:solidFill>
              <a:srgbClr val="CFE0F2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 flipH="1" flipV="1">
            <a:off x="1828800" y="3566160"/>
            <a:ext cx="4251960" cy="68580"/>
          </a:xfrm>
          <a:prstGeom prst="line">
            <a:avLst/>
          </a:prstGeom>
          <a:noFill/>
          <a:ln w="25400">
            <a:solidFill>
              <a:srgbClr val="CFE0F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 flipV="1">
            <a:off x="6080760" y="3566160"/>
            <a:ext cx="4251960" cy="68580"/>
          </a:xfrm>
          <a:prstGeom prst="line">
            <a:avLst/>
          </a:prstGeom>
          <a:noFill/>
          <a:ln w="25400">
            <a:solidFill>
              <a:srgbClr val="CFE0F2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080760" y="3634740"/>
            <a:ext cx="0" cy="1943100"/>
          </a:xfrm>
          <a:prstGeom prst="line">
            <a:avLst/>
          </a:prstGeom>
          <a:noFill/>
          <a:ln w="25400">
            <a:solidFill>
              <a:srgbClr val="CFE0F2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26280" y="3017520"/>
            <a:ext cx="3108960" cy="1234440"/>
          </a:xfrm>
          <a:prstGeom prst="roundRect">
            <a:avLst>
              <a:gd name="adj" fmla="val 6667"/>
            </a:avLst>
          </a:prstGeom>
          <a:solidFill>
            <a:srgbClr val="11182F"/>
          </a:solidFill>
          <a:ln/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3145536"/>
            <a:ext cx="566928" cy="566928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3740" y="3304276"/>
            <a:ext cx="249448" cy="24944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26280" y="367588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server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396849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· policy · egress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31520" y="1371600"/>
            <a:ext cx="274320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9050">
            <a:solidFill>
              <a:srgbClr val="0E8A8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32688" y="1636776"/>
            <a:ext cx="201168" cy="201168"/>
          </a:xfrm>
          <a:prstGeom prst="ellipse">
            <a:avLst/>
          </a:prstGeom>
          <a:solidFill>
            <a:srgbClr val="0E8A8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207008" y="1371600"/>
            <a:ext cx="21762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rooms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686800" y="1371600"/>
            <a:ext cx="28346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9050">
            <a:solidFill>
              <a:srgbClr val="2F6FB0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887968" y="1636776"/>
            <a:ext cx="201168" cy="201168"/>
          </a:xfrm>
          <a:prstGeom prst="ellipse">
            <a:avLst/>
          </a:prstGeom>
          <a:solidFill>
            <a:srgbClr val="2F6FB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162288" y="1371600"/>
            <a:ext cx="22677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desk / concierge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3200400"/>
            <a:ext cx="25603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9050">
            <a:solidFill>
              <a:srgbClr val="6B52B5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49808" y="3465576"/>
            <a:ext cx="201168" cy="201168"/>
          </a:xfrm>
          <a:prstGeom prst="ellipse">
            <a:avLst/>
          </a:prstGeom>
          <a:solidFill>
            <a:srgbClr val="6B52B5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024128" y="3200400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windows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052560" y="3200400"/>
            <a:ext cx="25603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9050">
            <a:solidFill>
              <a:srgbClr val="0B6E6E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253728" y="3465576"/>
            <a:ext cx="201168" cy="201168"/>
          </a:xfrm>
          <a:prstGeom prst="ellipse">
            <a:avLst/>
          </a:prstGeom>
          <a:solidFill>
            <a:srgbClr val="0B6E6E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9528048" y="3200400"/>
            <a:ext cx="19933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rooms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72000" y="5212080"/>
            <a:ext cx="30175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9050">
            <a:solidFill>
              <a:srgbClr val="E0892B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73168" y="5477256"/>
            <a:ext cx="201168" cy="201168"/>
          </a:xfrm>
          <a:prstGeom prst="ellipse">
            <a:avLst/>
          </a:prstGeom>
          <a:solidFill>
            <a:srgbClr val="E0892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047488" y="5212080"/>
            <a:ext cx="2450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MDT / kiosks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models run on the GB10-class edge server — one per site. Thin IoT clients just capture and present; adding a location is adding a client, not another AI deployment.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on edge or cloud — your call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3246120"/>
          </a:xfrm>
          <a:prstGeom prst="roundRect">
            <a:avLst>
              <a:gd name="adj" fmla="val 2535"/>
            </a:avLst>
          </a:prstGeom>
          <a:solidFill>
            <a:srgbClr val="E6F2F2"/>
          </a:solidFill>
          <a:ln w="19050">
            <a:solidFill>
              <a:srgbClr val="0E8A8A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20240"/>
            <a:ext cx="914400" cy="914400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1762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93852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24231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confidentiality is critical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315468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stays on-site — nothing leaves by default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offline; immediate, local latency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Police, government, health &amp; financial data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26480" y="1554480"/>
            <a:ext cx="5257800" cy="3246120"/>
          </a:xfrm>
          <a:prstGeom prst="roundRect">
            <a:avLst>
              <a:gd name="adj" fmla="val 2535"/>
            </a:avLst>
          </a:prstGeom>
          <a:solidFill>
            <a:srgbClr val="E7F0FA"/>
          </a:solidFill>
          <a:ln w="19050">
            <a:solidFill>
              <a:srgbClr val="2F6FB0"/>
            </a:solidFill>
            <a:prstDash val="solid"/>
          </a:ln>
          <a:effectLst>
            <a:outerShdw sx="100000" sy="100000" kx="0" ky="0" algn="bl" rotWithShape="0" blurRad="88900" dist="25400" dir="5400000">
              <a:srgbClr val="9AA7B8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920240"/>
            <a:ext cx="914400" cy="914400"/>
          </a:xfrm>
          <a:prstGeom prst="ellipse">
            <a:avLst/>
          </a:prstGeom>
          <a:solidFill>
            <a:srgbClr val="2F6FB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72" y="217627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543800" y="193852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7543800" y="24231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Easiest for clients to use &amp; manage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537960" y="315468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install locally; central updates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onboarding, scales by provisioning an account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22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where content is less sensitive, connectivity reliable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48640" y="507492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11182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68680" y="516636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product, your placement.  </a:t>
            </a:r>
            <a:pPr indent="0" marL="0">
              <a:buNone/>
            </a:pPr>
            <a:r>
              <a:rPr lang="en-US" sz="145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 is configuration, not a rebuild — and hybrid (edge capture + cloud management) is the usual answer for multi-site customers.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2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next step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05840" y="2148840"/>
            <a:ext cx="8641080" cy="0"/>
          </a:xfrm>
          <a:prstGeom prst="line">
            <a:avLst/>
          </a:prstGeom>
          <a:noFill/>
          <a:ln w="25400">
            <a:solidFill>
              <a:srgbClr val="CFE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37360"/>
            <a:ext cx="822960" cy="822960"/>
          </a:xfrm>
          <a:prstGeom prst="ellipse">
            <a:avLst/>
          </a:prstGeom>
          <a:solidFill>
            <a:srgbClr val="0E8A8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2606040" cy="1143000"/>
          </a:xfrm>
          <a:prstGeom prst="roundRect">
            <a:avLst>
              <a:gd name="adj" fmla="val 7200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9260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8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pipeline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meeting build, on real hardware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11880" y="1737360"/>
            <a:ext cx="822960" cy="822960"/>
          </a:xfrm>
          <a:prstGeom prst="ellipse">
            <a:avLst/>
          </a:prstGeom>
          <a:solidFill>
            <a:srgbClr val="2F6FB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429000" y="2788920"/>
            <a:ext cx="2606040" cy="1143000"/>
          </a:xfrm>
          <a:prstGeom prst="roundRect">
            <a:avLst>
              <a:gd name="adj" fmla="val 7200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0" y="29260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profiles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3375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Per-vertical prompts &amp; policies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1737360"/>
            <a:ext cx="822960" cy="822960"/>
          </a:xfrm>
          <a:prstGeom prst="ellipse">
            <a:avLst/>
          </a:prstGeom>
          <a:solidFill>
            <a:srgbClr val="6B52B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309360" y="2788920"/>
            <a:ext cx="2606040" cy="1143000"/>
          </a:xfrm>
          <a:prstGeom prst="roundRect">
            <a:avLst>
              <a:gd name="adj" fmla="val 7200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29260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52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/ vehicle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33375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Ruggedized offline edge nodes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372600" y="1737360"/>
            <a:ext cx="822960" cy="822960"/>
          </a:xfrm>
          <a:prstGeom prst="ellipse">
            <a:avLst/>
          </a:prstGeom>
          <a:solidFill>
            <a:srgbClr val="E089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72600" y="1737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189720" y="2788920"/>
            <a:ext cx="2606040" cy="1143000"/>
          </a:xfrm>
          <a:prstGeom prst="roundRect">
            <a:avLst>
              <a:gd name="adj" fmla="val 7200"/>
            </a:avLst>
          </a:prstGeom>
          <a:solidFill>
            <a:srgbClr val="F3F6FB"/>
          </a:solidFill>
          <a:ln w="12700">
            <a:solidFill>
              <a:srgbClr val="D7E0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18320" y="292608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Multi-site hybrid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0" y="33375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management &amp; reporting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1182F"/>
          </a:solidFill>
          <a:ln/>
        </p:spPr>
      </p:sp>
      <p:sp>
        <p:nvSpPr>
          <p:cNvPr id="26" name="Shape 24"/>
          <p:cNvSpPr/>
          <p:nvPr/>
        </p:nvSpPr>
        <p:spPr>
          <a:xfrm>
            <a:off x="914400" y="4892040"/>
            <a:ext cx="685800" cy="685800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5084064"/>
            <a:ext cx="301752" cy="301752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82880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828800" y="498348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pilot site and one vertical — we stand up one edge server and a handful of clients, and measure on real hardware before scaling.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8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023360"/>
            <a:ext cx="4754880" cy="4754880"/>
          </a:xfrm>
          <a:prstGeom prst="ellipse">
            <a:avLst/>
          </a:prstGeom>
          <a:solidFill>
            <a:srgbClr val="0E8A8A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188720"/>
            <a:ext cx="1097280" cy="1097280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878" y="1495958"/>
            <a:ext cx="482803" cy="4828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4688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talk — pilot LocoCisco at your site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rgbClr val="1B254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64845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contact — Name · Title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4087368"/>
            <a:ext cx="457200" cy="457200"/>
          </a:xfrm>
          <a:prstGeom prst="ellipse">
            <a:avLst/>
          </a:prstGeom>
          <a:solidFill>
            <a:srgbClr val="1B2547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215384"/>
            <a:ext cx="201168" cy="20116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4087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email@company.com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48640" y="4654296"/>
            <a:ext cx="457200" cy="457200"/>
          </a:xfrm>
          <a:prstGeom prst="ellipse">
            <a:avLst/>
          </a:prstGeom>
          <a:solidFill>
            <a:srgbClr val="1B2547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782312"/>
            <a:ext cx="201168" cy="2011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34440" y="465429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(000) 000-0000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48640" y="5221224"/>
            <a:ext cx="457200" cy="457200"/>
          </a:xfrm>
          <a:prstGeom prst="ellipse">
            <a:avLst/>
          </a:prstGeom>
          <a:solidFill>
            <a:srgbClr val="1B2547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5349240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34440" y="52212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C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company.com · Team / location</a:t>
            </a: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48640" y="5879592"/>
            <a:ext cx="2743200" cy="0"/>
          </a:xfrm>
          <a:prstGeom prst="line">
            <a:avLst/>
          </a:prstGeom>
          <a:noFill/>
          <a:ln w="25400">
            <a:solidFill>
              <a:srgbClr val="0E8A8A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548640" y="601675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when confidentiality is critical. Cloud when ease of use wins.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LocoCisco</dc:title>
  <dc:subject>PptxGenJS Presentation</dc:subject>
  <dc:creator>LocoCisco</dc:creator>
  <cp:lastModifiedBy>LocoCisco</cp:lastModifiedBy>
  <cp:revision>1</cp:revision>
  <dcterms:created xsi:type="dcterms:W3CDTF">2026-10-25T22:42:11Z</dcterms:created>
  <dcterms:modified xsi:type="dcterms:W3CDTF">2026-10-25T22:42:11Z</dcterms:modified>
</cp:coreProperties>
</file>